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310" r:id="rId9"/>
    <p:sldId id="311" r:id="rId10"/>
    <p:sldId id="312" r:id="rId11"/>
    <p:sldId id="313" r:id="rId12"/>
    <p:sldId id="316" r:id="rId13"/>
    <p:sldId id="298" r:id="rId14"/>
    <p:sldId id="299" r:id="rId15"/>
    <p:sldId id="301" r:id="rId16"/>
    <p:sldId id="302" r:id="rId17"/>
    <p:sldId id="303" r:id="rId18"/>
    <p:sldId id="306" r:id="rId19"/>
    <p:sldId id="304" r:id="rId20"/>
    <p:sldId id="315" r:id="rId21"/>
    <p:sldId id="305" r:id="rId22"/>
    <p:sldId id="307" r:id="rId23"/>
    <p:sldId id="314" r:id="rId24"/>
    <p:sldId id="308" r:id="rId25"/>
    <p:sldId id="309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customschemas.google.com/relationships/presentationmetadata" Target="metadata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9E1C0F14-DBDF-585A-E882-E2BF9647A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7E6D42C4-06DC-AB21-7112-CEF37FBD57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954B99EC-4B17-0504-2C36-7D6C91B3C0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9041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D158B3-CBD8-B5E4-6B76-365327AB8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10A094C-68D7-7C06-1676-FE4856468B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9E3ED5FD-8C53-1F8E-D724-51F89F8FBB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1075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9508F664-A613-C49E-6808-FC67C002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C7AA89D1-36B1-C3BD-0BE6-28C6BBF7E4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C720C9B-1798-C39A-D4BB-62F3C60E8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0632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E1412E85-19BE-A4D2-3A42-8118C8382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C19DA990-6141-A1FE-8846-7567C53993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78ED0245-E9EA-4854-4BC6-4C85ED3850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894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010730D-B05E-5843-B75E-442772C5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3B1B9E69-D5B7-1EDE-695B-8A72F215EE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C97573FA-7DA9-832E-211C-9E472EC402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64743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99EC48D-986D-5759-BB30-643EB8E64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18B9E3A1-6FB8-9155-61D2-ACE1911D3D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A030ED18-5AAE-8953-2668-AE98C5E83A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87273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600" b="1" dirty="0"/>
              <a:t>IBM Bob Gujarat State level Hackathon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433" y="3648075"/>
            <a:ext cx="10515600" cy="1500187"/>
          </a:xfrm>
        </p:spPr>
        <p:txBody>
          <a:bodyPr/>
          <a:lstStyle/>
          <a:p>
            <a:pPr algn="ctr"/>
            <a:r>
              <a:t>Fitness Buddy — AI-Powered Personal Fitness Coach</a:t>
            </a:r>
            <a:br/>
            <a:r>
              <a:t>Powered by IBM Granite and IBM Bob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452337325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Your professional profile picture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Domain of Project: Healthcare / Fitness &amp; Wellness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Project Title: Fitness Buddy — AI-Powered Personal Fitness Coach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AICTE-2026 Problem Statement No. 13</a:t>
            </a:r>
            <a:br/>
            <a:r>
              <a:t>Team: Ronak-webdev</a:t>
            </a:r>
            <a:br/>
            <a:r>
              <a:t>Tech: IBM Granite (ibm/granite-4-h-small), Python FastAPI, React 18, IBM Db2 on Cloud Lite</a:t>
            </a:r>
          </a:p>
        </p:txBody>
      </p:sp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defRPr b="1"/>
            </a:pPr>
            <a:r>
              <a:t>Problem Statement No. 13 : Fitness Buddy</a:t>
            </a:r>
            <a:br/>
          </a:p>
          <a:p>
            <a:r>
              <a:t>The Challenge:</a:t>
            </a:r>
            <a:br/>
            <a:r>
              <a:t>In today's fast-paced world, individuals struggle to maintain a healthy lifestyle due to lack of personalized guidance, time constraints, and inconsistent motivation. Traditional fitness solutions require expensive subscriptions, in-person trainers, or rigid schedules that fail to adapt to personal routines. Without accessible, real-time guidance, people struggle with home workout planning, healthy eating, and building daily consistency.</a:t>
            </a:r>
            <a:br/>
          </a:p>
          <a:p>
            <a:r>
              <a:t>The Objective:</a:t>
            </a:r>
            <a:br/>
            <a:r>
              <a:t>Build an Agentic AI personal fitness coach that delivers on-demand guidance, healthy lifestyle suggestions, and basic nutrition advice tailored to individual needs:</a:t>
            </a:r>
            <a:br/>
            <a:r>
              <a:t>• Personalized Home Workouts – Tailored routines based on fitness level, available time, and no-equipment constraints.</a:t>
            </a:r>
            <a:br/>
            <a:r>
              <a:t>• Nutritious Meal Ideas – Wholesome Indian &amp; international meal ideas with approximate calories, macros, and practical cooking tips.</a:t>
            </a:r>
            <a:br/>
            <a:r>
              <a:t>• Habit-Building &amp; Daily Motivation – Consistency tracking, streak gamification, and daily encouragement.</a:t>
            </a:r>
            <a:br/>
            <a:r>
              <a:t>• Agentic Multi-Agent System – Orchestrator, WorkoutAgent, NutritionAgent, MotivationAgent, and ProfileAgent.</a:t>
            </a:r>
            <a:br/>
            <a:r>
              <a:t>• Interactive Web App – Clean, responsive UI with streak tracking, quick action prompts, and modular card rendering.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t>Proposed Solution: Fitness Buddy Multi-Agent Coach</a:t>
            </a:r>
            <a:endParaRPr lang="en-US" b="1" dirty="0"/>
          </a:p>
          <a:p>
            <a:r>
              <a:t>Proposed Solution: Fitness Buddy Multi-Agent Coach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Proposed Solution – Key Pillars:</a:t>
            </a:r>
            <a:br/>
            <a:br/>
            <a:r>
              <a:t>1. Agentic AI Personal Coach: Uses an intelligent OrchestratorAgent to classify user intent and route queries to specialized agents (Workout, Nutrition, Motivation, Profile).</a:t>
            </a:r>
            <a:br/>
            <a:br/>
            <a:r>
              <a:t>2. Low-Temperature Structured AI Generation: IBM Granite produces precise, validated JSON routines for workouts and meals (temperature=0.2), while motivational guidance uses conversational warmth (temperature=0.7).</a:t>
            </a:r>
            <a:br/>
            <a:br/>
            <a:r>
              <a:t>3. Daily Habit &amp; Consistency Engine: Integrates a streak counter and daily habit challenges to reinforce fitness consistency.</a:t>
            </a:r>
            <a:br/>
            <a:br/>
            <a:r>
              <a:t>4. Resilient Cloud Architecture: Optimized for IBM Cloud Lite with token budget tracking and automatic in-memory fallback for local development.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t>• IBM Bob platform - For designing, orchestrating, and scaffolding multi-agent workflows</a:t>
            </a:r>
            <a:br/>
            <a:br/>
            <a:r>
              <a:t>• IBM Granite model - ibm/granite-4-h-small via IBM watsonx.ai for natural language reasoning, structured JSON generation, and conversational coaching</a:t>
            </a:r>
            <a:br/>
            <a:br/>
            <a:r>
              <a:t>• IBM Cloud Lite &amp; Db2 - Infrastructure for user profile persistence, chat history, and session management</a:t>
            </a:r>
            <a:br/>
            <a:br/>
            <a:r>
              <a:t>• Python 3.11 &amp; FastAPI &amp; Pydantic - High-performance backend with asynchronous request handling and strict data validation</a:t>
            </a:r>
            <a:br/>
            <a:br/>
            <a:r>
              <a:t>• React 18, Vite &amp; Tailwind CSS - Responsive, minimalist white-and-green theme with modular card rendering</a:t>
            </a:r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332F3F-EEF3-260F-52BA-623707750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80" y="863187"/>
            <a:ext cx="10028385" cy="533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AE77B4-704A-3A83-DF19-A19BAD53F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124" y="862241"/>
            <a:ext cx="10051752" cy="53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F7A05F8-6C8B-A51B-B050-0E9212E8B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AAB01743-CD2D-F92D-BF92-DF9E50E45548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2F80F5-6696-BE83-020A-A8B1A2184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124" y="862241"/>
            <a:ext cx="10051752" cy="53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488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EC248B62-90B0-31EF-B033-CE55CB376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99445627-361C-FF92-A0E9-D6EFBDBAF34E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341ECE-AE38-0FEF-23DD-967B8CBA6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124" y="862241"/>
            <a:ext cx="10051752" cy="53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110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39EB1CD-538A-7DBD-F4E9-052D9D7D4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E349D72E-AB17-BA23-03A8-4F38FE7B6316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62DD69-7E73-92A5-30FE-52E51551A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124" y="862241"/>
            <a:ext cx="10051752" cy="53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470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3221D92-1044-08AB-7B31-E72C3F63D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28B03A33-D1CB-E189-2BFF-63C16430879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6911EF-4063-1B4B-C9F6-63F0A3B79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124" y="862241"/>
            <a:ext cx="10051752" cy="53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633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7F7BFD7F-A5BE-424E-04E4-955393FB4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84A94F7B-91E0-E5F0-4040-54299340996D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8DA23A-5703-24DC-3E32-A03BD6CD7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124" y="862241"/>
            <a:ext cx="10051752" cy="53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007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97535D-EBF5-41DE-E93B-760133BF9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1053082"/>
            <a:ext cx="10550792" cy="427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b="1"/>
            </a:pPr>
            <a:r>
              <a:t>Role of Agentic AI in Fitness Buddy</a:t>
            </a:r>
            <a:br/>
            <a:br/>
          </a:p>
          <a:p>
            <a:r>
              <a:t>Agentic AI enables Fitness Buddy to operate as an intelligent, autonomous coaching system rather than a generic chatbot. Using IBM watsonx.ai and IBM Granite models, it coordinates multiple specialized agents:</a:t>
            </a:r>
            <a:br/>
            <a:br/>
            <a:r>
              <a:t>• Orchestrator Agent: Classifies intent (WORKOUT, NUTRITION, MOTIVATION, PROFILE, GENERAL) and routes requests to the right specialist agent.</a:t>
            </a:r>
            <a:br/>
            <a:r>
              <a:t>• Workout Agent: Generates structured home workout routines with warm-up, main exercises, cool-down, sets, and rest intervals.</a:t>
            </a:r>
            <a:br/>
            <a:r>
              <a:t>• Nutrition Agent: Delivers high-protein meal suggestions with calories, macros, and practical preparation tips.</a:t>
            </a:r>
            <a:br/>
            <a:r>
              <a:t>• Motivation Agent: Provides daily habit-building challenges and positive reinforcement based on the user's streak.</a:t>
            </a:r>
            <a:br/>
            <a:r>
              <a:t>• Profile &amp; Memory Agent: Manages user preferences, fitness goals, experience level, and conversation history.</a:t>
            </a:r>
            <a:br/>
            <a:br/>
            <a:r>
              <a:t>This multi-agent architecture guarantees zero prompt contamination, high reliability, and domain-specialized responses.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t>Project Output Screenshot: User Onboarding &amp; Profile Setup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</p:txBody>
      </p:sp>
      <p:pic>
        <p:nvPicPr>
          <p:cNvPr id="283" name="Picture 282" descr="onboarding_page_17891234356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188720"/>
            <a:ext cx="987552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t>Project Output Screenshot: Home Workout &amp; Nutrition Recommendations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</p:txBody>
      </p:sp>
      <p:pic>
        <p:nvPicPr>
          <p:cNvPr id="283" name="Picture 282" descr="final_app_state_17891246506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188720"/>
            <a:ext cx="10241280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t>Project Output Screenshot: Interactive Dashboard &amp; Motivation Flow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</p:txBody>
      </p:sp>
      <p:pic>
        <p:nvPicPr>
          <p:cNvPr id="283" name="Picture 282" descr="chat_greeting_response_17891167716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188720"/>
            <a:ext cx="987552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461640" y="517698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051D3A"/>
              </a:buClr>
              <a:buSzPts val="3500"/>
              <a:defRPr b="1"/>
            </a:pPr>
            <a:r>
              <a:t>The Wow Factor Behind Fitness Buddy</a:t>
            </a:r>
            <a:br/>
            <a:endParaRPr sz="2400" b="1" dirty="0">
              <a:sym typeface="Times New Roman"/>
            </a:endParaRPr>
          </a:p>
          <a:p>
            <a:r>
              <a:t>1. Multi-Agent Intelligent Routing:</a:t>
            </a:r>
            <a:br/>
            <a:r>
              <a:t>Instead of a monolithic prompt, an Orchestrator classifies user intent and delegates to domain-specialized agents. Workout plans, diet suggestions, and mindset advice never interfere with one another.</a:t>
            </a:r>
            <a:br/>
            <a:br/>
            <a:r>
              <a:t>2. Dual-Temperature Precision Architecture:</a:t>
            </a:r>
            <a:br/>
            <a:r>
              <a:t>Structured JSON generation for workouts and meals is executed at temperature 0.2 for strict schema adherence, while motivational coaching runs at temperature 0.7 for warm, empathetic human-like tone.</a:t>
            </a:r>
            <a:br/>
            <a:br/>
            <a:r>
              <a:t>3. Habit-Building &amp; Streak Gamification:</a:t>
            </a:r>
            <a:br/>
            <a:r>
              <a:t>Built-in consistency tracking with dynamic streak badges and daily habit challenges reinforces real-world adherence and long-term wellness.</a:t>
            </a:r>
            <a:br/>
            <a:br/>
            <a:r>
              <a:t>4. Cloud-Lite &amp; Offline Resiliency:</a:t>
            </a:r>
            <a:br/>
            <a:r>
              <a:t>Engineered for zero-downtime demonstration: seamlessly operates on IBM Cloud Lite or in-memory fallback if credentials/quotas fluctuate.</a:t>
            </a: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511277" y="484632"/>
            <a:ext cx="7389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Fitness Buddy stands out by combining Agentic AI, structured LLM reasoning, and habit science:</a:t>
            </a:r>
            <a:br/>
            <a:br/>
            <a:r>
              <a:t>• Multi-Agent Coordination: Specialized agents for workouts, meals, motivation, and user memory.</a:t>
            </a:r>
            <a:br/>
            <a:r>
              <a:t>• Zero-Equipment Accessibility: Home workout generation requiring no gym membership or equipment.</a:t>
            </a:r>
            <a:br/>
            <a:r>
              <a:t>• Culturally-Aware Nutrition: Realistic meal recommendations with practical Indian and global options.</a:t>
            </a:r>
            <a:br/>
            <a:r>
              <a:t>• Behavior-Driven Motivation: Micro-challenges to overcome workout resistance and build sustainable routines.</a:t>
            </a:r>
            <a:br/>
            <a:r>
              <a:t>• Privacy &amp; Lightweight Architecture: Client-side session management with secure backend APIs.</a:t>
            </a:r>
            <a:br/>
            <a:r>
              <a:t>• Enterprise Foundation: Built on IBM Granite and watsonx.ai enterprise AI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4D64937E-C9AD-3FA1-53E2-2ECBF2E49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F71D9F5B-66BF-4840-40E0-2713F56C5E64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  <a:defRPr b="1"/>
            </a:pPr>
            <a:r>
              <a:t>Future Scope &amp; Roadmap</a:t>
            </a:r>
            <a:br/>
            <a:br/>
            <a:endParaRPr sz="2400" b="1">
              <a:sym typeface="Times New Roman"/>
            </a:endParaRPr>
          </a:p>
          <a:p>
            <a:r>
              <a:t>1. Wearable &amp; Smart Device Integration:</a:t>
            </a:r>
            <a:br/>
            <a:r>
              <a:t>Syncing with smartwatches (Apple Watch, WearOS, Fitbit) to ingest real-time biometric metrics (steps, heart rate, active calories, sleep) for dynamic plan adjustments.</a:t>
            </a:r>
            <a:br/>
            <a:br/>
            <a:r>
              <a:t>2. Computer Vision Form Analysis:</a:t>
            </a:r>
            <a:br/>
            <a:r>
              <a:t>Using camera feeds to provide real-time pose estimation and posture correction during home exercises (squats, pushups, planks).</a:t>
            </a:r>
            <a:br/>
            <a:br/>
            <a:r>
              <a:t>3. Voice Assistant &amp; Multilingual Support:</a:t>
            </a:r>
            <a:br/>
            <a:r>
              <a:t>Enabling hands-free voice coaching in English, Hindi, Gujarati, and other regional languages during workouts.</a:t>
            </a:r>
            <a:br/>
            <a:br/>
            <a:r>
              <a:t>4. Community Fitness Challenges:</a:t>
            </a:r>
            <a:br/>
            <a:r>
              <a:t>Social streak sharing and peer group challenges to enhance accountability and engagement.</a:t>
            </a: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231BA06-8686-7E6D-BCEC-6F33D9928770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  <a:defRPr b="1"/>
            </a:pPr>
            <a:r>
              <a:t>Future Scope &amp; Roadmap</a:t>
            </a:r>
            <a:br/>
            <a:br/>
          </a:p>
          <a:p>
            <a:r>
              <a:t>1. Wearable &amp; Smart Device Integration:</a:t>
            </a:r>
            <a:br/>
            <a:r>
              <a:t>Syncing with smartwatches (Apple Watch, WearOS, Fitbit) to ingest real-time biometric metrics (steps, heart rate, active calories, sleep) for dynamic plan adjustments.</a:t>
            </a:r>
            <a:br/>
            <a:br/>
            <a:r>
              <a:t>2. Computer Vision Form Analysis:</a:t>
            </a:r>
            <a:br/>
            <a:r>
              <a:t>Using camera feeds to provide real-time pose estimation and posture correction during home exercises (squats, pushups, planks).</a:t>
            </a:r>
            <a:br/>
            <a:br/>
            <a:r>
              <a:t>3. Voice Assistant &amp; Multilingual Support:</a:t>
            </a:r>
            <a:br/>
            <a:r>
              <a:t>Enabling hands-free voice coaching in English, Hindi, Gujarati, and other regional languages during workouts.</a:t>
            </a:r>
            <a:br/>
            <a:br/>
            <a:r>
              <a:t>4. Community Fitness Challenges:</a:t>
            </a:r>
            <a:br/>
            <a:r>
              <a:t>Social streak sharing and peer group challenges to enhance accountability and engagement.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62824FC8-468E-9721-80FC-A47F7498A5E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7824849-EE7D-AFB8-0509-308E6B45F8A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3101CCF1-C200-0AAD-AC73-FC772B0983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3899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  <a:defRPr b="1"/>
            </a:pPr>
            <a:r>
              <a:t>GitHub Repository Link</a:t>
            </a:r>
            <a:br/>
            <a:br/>
            <a:endParaRPr sz="2400" b="1">
              <a:sym typeface="Times New Roman"/>
            </a:endParaRPr>
          </a:p>
          <a:p>
            <a:pPr>
              <a:defRPr sz="2200" b="1"/>
            </a:pPr>
            <a:r>
              <a:t>Working Repository URL:</a:t>
            </a:r>
            <a:br/>
            <a:r>
              <a:t>https://github.com/Ronak-webdev/Fitness-Buddy.git</a:t>
            </a:r>
            <a:br/>
            <a:br/>
          </a:p>
          <a:p>
            <a:r>
              <a:t>Repository Contents:</a:t>
            </a:r>
            <a:br/>
            <a:r>
              <a:t>1. All Agent relevant files of IBM Cloud (.bob/ rules, backend/agents/, backend/llm/)</a:t>
            </a:r>
            <a:br/>
            <a:r>
              <a:t>2. Official AICTE Problem Statement PDF (Problem Statement No. 13)</a:t>
            </a:r>
            <a:br/>
            <a:r>
              <a:t>3. Official Project Presentation PPTX</a:t>
            </a:r>
            <a:br/>
            <a:r>
              <a:t>4. Complete FastAPI Backend &amp; React Frontend Source Code</a:t>
            </a:r>
            <a:br/>
            <a:r>
              <a:t>5. Test Suite (17/17 passing) &amp; Comprehensive Project Documentation</a:t>
            </a: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  <a:defRPr b="1"/>
            </a:pPr>
            <a:r>
              <a:t>GitHub Repository Link</a:t>
            </a:r>
            <a:br/>
            <a:br/>
          </a:p>
          <a:p>
            <a:pPr>
              <a:defRPr sz="2200" b="1"/>
            </a:pPr>
            <a:r>
              <a:t>Working Repository URL:</a:t>
            </a:r>
            <a:br/>
            <a:r>
              <a:t>https://github.com/Ronak-webdev/Fitness-Buddy.git</a:t>
            </a:r>
            <a:br/>
            <a:br/>
          </a:p>
          <a:p>
            <a:r>
              <a:t>Repository Contents:</a:t>
            </a:r>
            <a:br/>
            <a:r>
              <a:t>1. All Agent relevant files of IBM Cloud (.bob/ rules, backend/agents/, backend/llm/)</a:t>
            </a:r>
            <a:br/>
            <a:r>
              <a:t>2. Official AICTE Problem Statement PDF (Problem Statement No. 13)</a:t>
            </a:r>
            <a:br/>
            <a:r>
              <a:t>3. Official Project Presentation PPTX</a:t>
            </a:r>
            <a:br/>
            <a:r>
              <a:t>4. Complete FastAPI Backend &amp; React Frontend Source Code</a:t>
            </a:r>
            <a:br/>
            <a:r>
              <a:t>5. Test Suite (17/17 passing) &amp; Comprehensive Project Documentation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  <a:defRPr b="1"/>
            </a:pPr>
            <a:r>
              <a:t>GitHub Repository Link</a:t>
            </a:r>
            <a:br/>
            <a:br/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defRPr sz="2200" b="1"/>
            </a:pPr>
            <a:r>
              <a:t>Working Repository URL:</a:t>
            </a:r>
            <a:br/>
            <a:r>
              <a:t>https://github.com/Ronak-webdev/Fitness-Buddy.git</a:t>
            </a:r>
            <a:br/>
            <a:br/>
          </a:p>
          <a:p>
            <a:r>
              <a:t>Repository Contents:</a:t>
            </a:r>
            <a:br/>
            <a:r>
              <a:t>1. All Agent relevant files of IBM Cloud (.bob/ rules, backend/agents/, backend/llm/)</a:t>
            </a:r>
            <a:br/>
            <a:r>
              <a:t>2. Official AICTE Problem Statement PDF (Problem Statement No. 13)</a:t>
            </a:r>
            <a:br/>
            <a:r>
              <a:t>3. Official Project Presentation PPTX</a:t>
            </a:r>
            <a:br/>
            <a:r>
              <a:t>4. Complete FastAPI Backend &amp; React Frontend Source Code</a:t>
            </a:r>
            <a:br/>
            <a:r>
              <a:t>5. Test Suite (17/17 passing) &amp; Comprehensive Project Documentation</a:t>
            </a: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  <a:defRPr b="1"/>
            </a:pPr>
            <a:r>
              <a:t>GitHub Repository Link</a:t>
            </a:r>
            <a:br/>
            <a:br/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defRPr sz="2200" b="1"/>
            </a:pPr>
            <a:r>
              <a:t>Working Repository URL:</a:t>
            </a:r>
            <a:br/>
            <a:r>
              <a:t>https://github.com/Ronak-webdev/Fitness-Buddy.git</a:t>
            </a:r>
            <a:br/>
            <a:br/>
          </a:p>
          <a:p>
            <a:r>
              <a:t>Repository Contents:</a:t>
            </a:r>
            <a:br/>
            <a:r>
              <a:t>1. All Agent relevant files of IBM Cloud (.bob/ rules, backend/agents/, backend/llm/)</a:t>
            </a:r>
            <a:br/>
            <a:r>
              <a:t>2. Official AICTE Problem Statement PDF (Problem Statement No. 13)</a:t>
            </a:r>
            <a:br/>
            <a:r>
              <a:t>3. Official Project Presentation PPTX</a:t>
            </a:r>
            <a:br/>
            <a:r>
              <a:t>4. Complete FastAPI Backend &amp; React Frontend Source Code</a:t>
            </a:r>
            <a:br/>
            <a:r>
              <a:t>5. Test Suite (17/17 passing) &amp; Comprehensive Project Documentation</a:t>
            </a: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  <a:defRPr b="1"/>
            </a:pPr>
            <a:r>
              <a:t>GitHub Repository Link</a:t>
            </a:r>
            <a:br/>
            <a:br/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defRPr sz="2200" b="1"/>
            </a:pPr>
            <a:r>
              <a:t>Working Repository URL:</a:t>
            </a:r>
            <a:br/>
            <a:r>
              <a:t>https://github.com/Ronak-webdev/Fitness-Buddy.git</a:t>
            </a:r>
            <a:br/>
            <a:br/>
          </a:p>
          <a:p>
            <a:r>
              <a:t>Repository Contents:</a:t>
            </a:r>
            <a:br/>
            <a:r>
              <a:t>1. All Agent relevant files of IBM Cloud (.bob/ rules, backend/agents/, backend/llm/)</a:t>
            </a:r>
            <a:br/>
            <a:r>
              <a:t>2. Official AICTE Problem Statement PDF (Problem Statement No. 13)</a:t>
            </a:r>
            <a:br/>
            <a:r>
              <a:t>3. Official Project Presentation PPTX</a:t>
            </a:r>
            <a:br/>
            <a:r>
              <a:t>4. Complete FastAPI Backend &amp; React Frontend Source Code</a:t>
            </a:r>
            <a:br/>
            <a:r>
              <a:t>5. Test Suite (17/17 passing) &amp; Comprehensive Project Documentation</a:t>
            </a: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IBM SkillsBuild Profile Screenshot</a:t>
            </a:r>
          </a:p>
          <a:p>
            <a:pPr algn="ctr"/>
            <a:r>
              <a:t>IBM SkillsBuild Profile Screenshot</a:t>
            </a:r>
            <a:endParaRPr lang="en-US" dirty="0"/>
          </a:p>
        </p:txBody>
      </p:sp>
      <p:pic>
        <p:nvPicPr>
          <p:cNvPr id="7" name="Picture 6" descr="AICTE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AB062-BFE8-81E7-7937-7FF058CAE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244D29-5E1E-8A40-F4D0-25314C4B736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5D597-02A1-615E-08C1-B7E75280E4A4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1739FC9-EA36-C69A-D156-78F571F1045D}"/>
              </a:ext>
            </a:extLst>
          </p:cNvPr>
          <p:cNvGrpSpPr/>
          <p:nvPr/>
        </p:nvGrpSpPr>
        <p:grpSpPr>
          <a:xfrm>
            <a:off x="2407123" y="1423459"/>
            <a:ext cx="6389964" cy="4744480"/>
            <a:chOff x="2023664" y="1423459"/>
            <a:chExt cx="6389964" cy="474448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71EC1B6-534B-7F60-2625-D71008765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23664" y="1423459"/>
              <a:ext cx="6389964" cy="474448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7CDC70C-8438-B2F3-5994-9575DBF3F258}"/>
                </a:ext>
              </a:extLst>
            </p:cNvPr>
            <p:cNvSpPr/>
            <p:nvPr/>
          </p:nvSpPr>
          <p:spPr>
            <a:xfrm>
              <a:off x="2458065" y="2979175"/>
              <a:ext cx="4414683" cy="4498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18804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ertificate with red text&#10;&#10;AI-generated content may be incorrect.">
            <a:extLst>
              <a:ext uri="{FF2B5EF4-FFF2-40B4-BE49-F238E27FC236}">
                <a16:creationId xmlns:a16="http://schemas.microsoft.com/office/drawing/2014/main" id="{099C3698-991D-7A38-C456-893C84C23F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7" b="-275"/>
          <a:stretch>
            <a:fillRect/>
          </a:stretch>
        </p:blipFill>
        <p:spPr>
          <a:xfrm>
            <a:off x="2512736" y="1712637"/>
            <a:ext cx="7177553" cy="46585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1098</Words>
  <Application>Microsoft Office PowerPoint</Application>
  <PresentationFormat>Widescreen</PresentationFormat>
  <Paragraphs>111</Paragraphs>
  <Slides>25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Times New Roman</vt:lpstr>
      <vt:lpstr>Office Theme</vt:lpstr>
      <vt:lpstr>IBM Bob Gujarat State level Hackathon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Aswini Kumar Motapothula</cp:lastModifiedBy>
  <cp:revision>4</cp:revision>
  <dcterms:created xsi:type="dcterms:W3CDTF">2025-07-08T05:06:56Z</dcterms:created>
  <dcterms:modified xsi:type="dcterms:W3CDTF">2026-09-10T02:51:33Z</dcterms:modified>
</cp:coreProperties>
</file>