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10" r:id="rId16"/>
    <p:sldId id="304" r:id="rId17"/>
    <p:sldId id="305" r:id="rId18"/>
    <p:sldId id="306" r:id="rId19"/>
    <p:sldId id="307" r:id="rId20"/>
    <p:sldId id="308" r:id="rId21"/>
    <p:sldId id="309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72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147390263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Ronak Prajapati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ronakhos6666@gmail.com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8780192795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3"/>
          <a:srcRect/>
          <a:stretch/>
        </p:blipFill>
        <p:spPr>
          <a:xfrm>
            <a:off x="4122459" y="3738417"/>
            <a:ext cx="623630" cy="8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 of  Project – </a:t>
            </a:r>
            <a:r>
              <a:rPr lang="en-US" sz="2800" b="1" dirty="0">
                <a:highlight>
                  <a:srgbClr val="FFFF00"/>
                </a:highlight>
              </a:rPr>
              <a:t>Healthcare / Fitness &amp; Wellness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Tile –</a:t>
            </a:r>
            <a:r>
              <a:rPr lang="en-US" sz="2800" b="1" dirty="0">
                <a:highlight>
                  <a:srgbClr val="FFFF00"/>
                </a:highlight>
              </a:rPr>
              <a:t>Fitness Buddy – AI-Powered Personal Fitness Coach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927880"/>
            <a:ext cx="1060704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Problem Statement : Fitness Buddy</a:t>
            </a:r>
            <a:endParaRPr lang="en-US" sz="1600" dirty="0"/>
          </a:p>
          <a:p>
            <a:r>
              <a:rPr lang="en-US" sz="1600" b="1" dirty="0"/>
              <a:t>The Challenge</a:t>
            </a:r>
            <a:endParaRPr lang="en-US" sz="1600" dirty="0"/>
          </a:p>
          <a:p>
            <a:r>
              <a:rPr lang="en-US" sz="1600" dirty="0"/>
              <a:t>Many individuals struggle to maintain a healthy lifestyle due to </a:t>
            </a:r>
            <a:r>
              <a:rPr lang="en-US" sz="1600" b="1" dirty="0"/>
              <a:t>lack of personalized guidance, time constraints, and inconsistent motivation</a:t>
            </a:r>
            <a:r>
              <a:rPr lang="en-US" sz="1600" dirty="0"/>
              <a:t>. Traditional fitness solutions can be expensive and often do not adapt to personal preferences or daily routines. Without </a:t>
            </a:r>
            <a:r>
              <a:rPr lang="en-US" sz="1600" b="1" dirty="0"/>
              <a:t>personalized, accessible guidance</a:t>
            </a:r>
            <a:r>
              <a:rPr lang="en-US" sz="1600" dirty="0"/>
              <a:t>, many people find it difficult to maintain regular workouts, healthy eating habits, and consistency.</a:t>
            </a:r>
          </a:p>
          <a:p>
            <a:r>
              <a:rPr lang="en-US" sz="1600" b="1" dirty="0"/>
              <a:t>The Objective</a:t>
            </a:r>
            <a:endParaRPr lang="en-US" sz="1600" dirty="0"/>
          </a:p>
          <a:p>
            <a:r>
              <a:rPr lang="en-US" sz="1600" dirty="0"/>
              <a:t>Build an </a:t>
            </a:r>
            <a:r>
              <a:rPr lang="en-US" sz="1600" b="1" dirty="0"/>
              <a:t>AI-powered Fitness Buddy</a:t>
            </a:r>
            <a:r>
              <a:rPr lang="en-US" sz="1600" dirty="0"/>
              <a:t> that delivers </a:t>
            </a:r>
            <a:r>
              <a:rPr lang="en-US" sz="1600" b="1" dirty="0"/>
              <a:t>personalized fitness guidance and support</a:t>
            </a:r>
            <a:r>
              <a:rPr lang="en-US" sz="1600" dirty="0"/>
              <a:t> for individuals. The solution should: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Personalized Home Workouts</a:t>
            </a:r>
            <a:r>
              <a:rPr lang="en-US" sz="1600" dirty="0"/>
              <a:t> – Recommend workouts based on fitness level, goals, and user input.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Nutrition Guidance</a:t>
            </a:r>
            <a:r>
              <a:rPr lang="en-US" sz="1600" dirty="0"/>
              <a:t> – Suggest simple and nutritious meal ideas based on user preferences and goals.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Motivation &amp; Inspiration</a:t>
            </a:r>
            <a:r>
              <a:rPr lang="en-US" sz="1600" dirty="0"/>
              <a:t> – Provide motivational tips and daily fitness inspiration.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Habit Building</a:t>
            </a:r>
            <a:r>
              <a:rPr lang="en-US" sz="1600" dirty="0"/>
              <a:t> – Encourage consistency through healthy habits, goals, and streak tracking.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Conversational AI</a:t>
            </a:r>
            <a:r>
              <a:rPr lang="en-US" sz="1600" dirty="0"/>
              <a:t> – Allow users to interact naturally with an AI-powered fitness coach.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Multi-Agent System</a:t>
            </a:r>
            <a:r>
              <a:rPr lang="en-US" sz="1600" dirty="0"/>
              <a:t> –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Profile Agent</a:t>
            </a:r>
            <a:r>
              <a:rPr lang="en-US" sz="1600" dirty="0"/>
              <a:t> – Manages user profile and fitness preferences.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Workout Agent</a:t>
            </a:r>
            <a:r>
              <a:rPr lang="en-US" sz="1600" dirty="0"/>
              <a:t> – Generates personalized workout routines.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Nutrition Agent</a:t>
            </a:r>
            <a:r>
              <a:rPr lang="en-US" sz="1600" dirty="0"/>
              <a:t> – Provides healthy meal suggestions.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Motivation Agent</a:t>
            </a:r>
            <a:r>
              <a:rPr lang="en-US" sz="1600" dirty="0"/>
              <a:t> – Provides motivational guidance and habit support.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Memory Agent</a:t>
            </a:r>
            <a:r>
              <a:rPr lang="en-US" sz="1600" dirty="0"/>
              <a:t> – Maintains relevant user information and progress.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Orchestrator Agent</a:t>
            </a:r>
            <a:r>
              <a:rPr lang="en-US" sz="1600" dirty="0"/>
              <a:t> – Identifies user intent and coordinates the appropriate agent.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Interactive Dashboard</a:t>
            </a:r>
            <a:r>
              <a:rPr lang="en-US" sz="1600" dirty="0"/>
              <a:t> – Shows goals, streaks, daily tips, and quick fitness actions.</a:t>
            </a:r>
          </a:p>
          <a:p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17469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91649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Proposed Solution</a:t>
            </a:r>
            <a:endParaRPr lang="en-US" sz="2000" dirty="0"/>
          </a:p>
          <a:p>
            <a:r>
              <a:rPr lang="en-US" sz="2000" b="1" dirty="0"/>
              <a:t>Fitness Buddy</a:t>
            </a:r>
            <a:r>
              <a:rPr lang="en-US" sz="2000" dirty="0"/>
              <a:t> is an </a:t>
            </a:r>
            <a:r>
              <a:rPr lang="en-US" sz="2000" b="1" dirty="0"/>
              <a:t>AI-powered conversational health and fitness assistant</a:t>
            </a:r>
            <a:r>
              <a:rPr lang="en-US" sz="2000" dirty="0"/>
              <a:t> designed to provide personalized, accessible, and on-demand guidance for maintaining a healthy lifestyle. The solution uses </a:t>
            </a:r>
            <a:r>
              <a:rPr lang="en-US" sz="2000" b="1" dirty="0"/>
              <a:t>IBM Granite and Agentic AI</a:t>
            </a:r>
            <a:r>
              <a:rPr lang="en-US" sz="2000" dirty="0"/>
              <a:t> to understand user requirements and provide relevant recommendations for fitness, nutrition, motivation, and habit building.</a:t>
            </a:r>
          </a:p>
          <a:p>
            <a:r>
              <a:rPr lang="en-US" sz="2000" dirty="0"/>
              <a:t>The system consists of multiple specialized AI agents that work together to provide a personalized experience.</a:t>
            </a:r>
          </a:p>
          <a:p>
            <a:r>
              <a:rPr lang="en-US" sz="2000" dirty="0"/>
              <a:t>• </a:t>
            </a:r>
            <a:r>
              <a:rPr lang="en-US" sz="2000" b="1" dirty="0"/>
              <a:t>Personalized Workout Agent</a:t>
            </a:r>
            <a:r>
              <a:rPr lang="en-US" sz="2000" dirty="0"/>
              <a:t> – Recommends home-based workout routines according to the user’s fitness level, goals, preferences, and available equipment.</a:t>
            </a:r>
          </a:p>
          <a:p>
            <a:r>
              <a:rPr lang="en-US" sz="2000" dirty="0"/>
              <a:t>• </a:t>
            </a:r>
            <a:r>
              <a:rPr lang="en-US" sz="2000" b="1" dirty="0"/>
              <a:t>Nutrition Agent</a:t>
            </a:r>
            <a:r>
              <a:rPr lang="en-US" sz="2000" dirty="0"/>
              <a:t> – Suggests simple, nutritious, and practical meal ideas based on the user’s requirements and fitness goals.</a:t>
            </a:r>
          </a:p>
          <a:p>
            <a:r>
              <a:rPr lang="en-US" sz="2000" dirty="0"/>
              <a:t>• </a:t>
            </a:r>
            <a:r>
              <a:rPr lang="en-US" sz="2000" b="1" dirty="0"/>
              <a:t>Motivation Agent</a:t>
            </a:r>
            <a:r>
              <a:rPr lang="en-US" sz="2000" dirty="0"/>
              <a:t> – Provides personalized motivational messages, daily fitness inspiration, and encouragement to help users stay consistent.</a:t>
            </a:r>
          </a:p>
          <a:p>
            <a:r>
              <a:rPr lang="en-US" sz="2000" dirty="0"/>
              <a:t>• </a:t>
            </a:r>
            <a:r>
              <a:rPr lang="en-US" sz="2000" b="1" dirty="0"/>
              <a:t>Habit Building</a:t>
            </a:r>
            <a:r>
              <a:rPr lang="en-US" sz="2000" dirty="0"/>
              <a:t> – Encourages users to develop healthy routines through daily goals, activity tracking, and streak-based motivation.</a:t>
            </a:r>
          </a:p>
          <a:p>
            <a:r>
              <a:rPr lang="en-US" sz="2000" dirty="0"/>
              <a:t>• </a:t>
            </a:r>
            <a:r>
              <a:rPr lang="en-US" sz="2000" b="1" dirty="0"/>
              <a:t>Profile Agent</a:t>
            </a:r>
            <a:r>
              <a:rPr lang="en-US" sz="2000" dirty="0"/>
              <a:t> – Understands and manages user preferences, fitness level, goals, and other relevant information.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546577" y="1130195"/>
            <a:ext cx="116454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Technology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</a:t>
            </a:r>
            <a:r>
              <a:rPr lang="en-US" sz="1800" dirty="0"/>
              <a:t>– Used as the primary AI development environment to build and implement the Fitness Buddy project.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– </a:t>
            </a:r>
            <a:r>
              <a:rPr lang="en-US" sz="1800" dirty="0"/>
              <a:t>Used as the core generative AI model for understanding user queries and generating personalized fitness, nutrition, and motivational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– </a:t>
            </a:r>
            <a:r>
              <a:rPr lang="en-US" sz="1800" dirty="0"/>
              <a:t>Provides the cloud-based services and infrastructure required for the AI-powered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Python &amp; </a:t>
            </a:r>
            <a:r>
              <a:rPr lang="en-US" sz="1800" b="1" dirty="0" err="1"/>
              <a:t>FastAPI</a:t>
            </a:r>
            <a:r>
              <a:rPr lang="en-US" sz="1800" b="1" dirty="0"/>
              <a:t> – </a:t>
            </a:r>
            <a:r>
              <a:rPr lang="en-US" sz="1800" dirty="0"/>
              <a:t>Used for backend development, API creation, and coordination of the different AI agents.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React &amp; </a:t>
            </a:r>
            <a:r>
              <a:rPr lang="en-US" sz="1800" b="1" dirty="0" err="1"/>
              <a:t>Vite</a:t>
            </a:r>
            <a:r>
              <a:rPr lang="en-US" sz="1800" b="1" dirty="0"/>
              <a:t> – </a:t>
            </a:r>
            <a:r>
              <a:rPr lang="en-US" sz="1800" dirty="0"/>
              <a:t>Used to develop the interactive web-based user interface for Fitness Buddy</a:t>
            </a:r>
            <a:r>
              <a:rPr lang="en-US" sz="1800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Agentic AI Architecture – </a:t>
            </a:r>
            <a:r>
              <a:rPr lang="en-US" sz="1800" dirty="0"/>
              <a:t>Multiple specialized agents such as Profile, Workout, Nutrition, Motivation, Memory, and Orchestrator agents work together to provide personalized assistance.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</a:t>
            </a:r>
            <a:r>
              <a:rPr lang="en-US" sz="1800" dirty="0"/>
              <a:t>– Used to connect the application with IBM Granite for AI-powered response generation.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32F3F-EEF3-260F-52BA-6237077505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3723" y="863187"/>
            <a:ext cx="9982698" cy="533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E77B4-704A-3A83-DF19-A19BAD53F9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3685" y="862241"/>
            <a:ext cx="9944630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3A290A-6680-D490-E6D4-9336496B1C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8187" y="400546"/>
            <a:ext cx="10723692" cy="571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94EB18-7C9B-856C-E1CE-44DD0347B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41" y="1046370"/>
            <a:ext cx="11605317" cy="504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Fitness Buddy</a:t>
            </a:r>
          </a:p>
          <a:p>
            <a:r>
              <a:rPr lang="en-US" dirty="0"/>
              <a:t>Agentic AI enables Fitness Buddy to function as an </a:t>
            </a:r>
            <a:r>
              <a:rPr lang="en-US" b="1" dirty="0"/>
              <a:t>intelligent, autonomous fitness assistant</a:t>
            </a:r>
            <a:r>
              <a:rPr lang="en-US" dirty="0"/>
              <a:t> rather than a simple chatbot. Using </a:t>
            </a:r>
            <a:r>
              <a:rPr lang="en-US" b="1" dirty="0"/>
              <a:t>IBM Granite and IBM Bob</a:t>
            </a:r>
            <a:r>
              <a:rPr lang="en-US" dirty="0"/>
              <a:t>, it coordinates multiple specialized agents to deliver personalized fitness, nutrition, motivation, and habit-building guidance.</a:t>
            </a:r>
          </a:p>
          <a:p>
            <a:r>
              <a:rPr lang="en-US" dirty="0"/>
              <a:t>Each agent performs a specific role—such as understanding the user profile, generating workout plans, suggesting healthy meals, providing motivation, and maintaining user memory—while working collaboratively. This </a:t>
            </a:r>
            <a:r>
              <a:rPr lang="en-US" b="1" dirty="0"/>
              <a:t>multi-agent approach</a:t>
            </a:r>
            <a:r>
              <a:rPr lang="en-US" dirty="0"/>
              <a:t> enables efficient task execution and personalized responses.</a:t>
            </a:r>
          </a:p>
          <a:p>
            <a:r>
              <a:rPr lang="en-US" dirty="0"/>
              <a:t>Agentic AI also brings </a:t>
            </a:r>
            <a:r>
              <a:rPr lang="en-US" b="1" dirty="0"/>
              <a:t>context awareness</a:t>
            </a:r>
            <a:r>
              <a:rPr lang="en-US" dirty="0"/>
              <a:t>, understanding user details such as fitness level, goals, preferences, and previous interactions to generate relevant recommendations. It supports </a:t>
            </a:r>
            <a:r>
              <a:rPr lang="en-US" b="1" dirty="0"/>
              <a:t>real-time adaptation</a:t>
            </a:r>
            <a:r>
              <a:rPr lang="en-US" dirty="0"/>
              <a:t>, allowing the assistant to respond according to changing user needs and requests.</a:t>
            </a:r>
          </a:p>
          <a:p>
            <a:r>
              <a:rPr lang="en-US" dirty="0"/>
              <a:t>Additionally, the agents communicate through an </a:t>
            </a:r>
            <a:r>
              <a:rPr lang="en-US" b="1" dirty="0"/>
              <a:t>Orchestrator Agent</a:t>
            </a:r>
            <a:r>
              <a:rPr lang="en-US" dirty="0"/>
              <a:t>, which identifies the user's intent and directs the request to the appropriate specialized agent.</a:t>
            </a:r>
          </a:p>
          <a:p>
            <a:r>
              <a:rPr lang="en-US" dirty="0"/>
              <a:t>Overall, Agentic AI makes Fitness Buddy </a:t>
            </a:r>
            <a:r>
              <a:rPr lang="en-US" b="1" dirty="0"/>
              <a:t>personalized, proactive, and goal-driven</a:t>
            </a:r>
            <a:r>
              <a:rPr lang="en-US" dirty="0"/>
              <a:t>, acting like a smart digital fitness coach that helps users maintain healthy habits and stay consistent.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11,761 token are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403AAC-6E0E-EAFF-AC60-214CEB803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02" y="2387379"/>
            <a:ext cx="5299900" cy="29644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EBB220-186F-FCE7-A703-13B63CE8A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100" y="2358819"/>
            <a:ext cx="5724525" cy="299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4B8D7-18C4-8C62-4D8E-9CF6D9415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47" y="816977"/>
            <a:ext cx="10827306" cy="552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9A12FD-CEDC-9B87-07E7-8FEB16152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77" y="920465"/>
            <a:ext cx="10827306" cy="551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8CE8E-536B-B220-8152-F11855734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00" y="816977"/>
            <a:ext cx="10827306" cy="553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BA9DBD-03BB-CAD4-32B9-1335C61FE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47" y="952191"/>
            <a:ext cx="10827306" cy="55311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6E00D2-6AAB-FC79-DDA3-79CC2E6020D4}"/>
              </a:ext>
            </a:extLst>
          </p:cNvPr>
          <p:cNvSpPr txBox="1"/>
          <p:nvPr/>
        </p:nvSpPr>
        <p:spPr>
          <a:xfrm>
            <a:off x="586108" y="261257"/>
            <a:ext cx="6405957" cy="51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000" b="1" dirty="0">
                <a:sym typeface="Times New Roman"/>
              </a:rPr>
              <a:t>Project Output Screenshot</a:t>
            </a:r>
          </a:p>
        </p:txBody>
      </p:sp>
    </p:spTree>
    <p:extLst>
      <p:ext uri="{BB962C8B-B14F-4D97-AF65-F5344CB8AC3E}">
        <p14:creationId xmlns:p14="http://schemas.microsoft.com/office/powerpoint/2010/main" val="4148098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083254"/>
            <a:ext cx="113019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Fitness Buddy stands out by combining Agentic AI, personalized fitness guidance, and habit-building into a single conversational assistant.</a:t>
            </a:r>
          </a:p>
          <a:p>
            <a:endParaRPr lang="en-US" sz="1800" dirty="0"/>
          </a:p>
          <a:p>
            <a:r>
              <a:rPr lang="en-US" sz="1800" dirty="0"/>
              <a:t>• Multi-Agent Coordination: Specialized agents handle workouts, nutrition, motivation, user profile, and memory independently.</a:t>
            </a:r>
          </a:p>
          <a:p>
            <a:endParaRPr lang="en-US" sz="1800" dirty="0"/>
          </a:p>
          <a:p>
            <a:r>
              <a:rPr lang="en-US" sz="1800" dirty="0"/>
              <a:t>• Zero-Equipment Accessibility: Provides practical home workout recommendations without requiring a gym membership or expensive equipment.</a:t>
            </a:r>
          </a:p>
          <a:p>
            <a:endParaRPr lang="en-US" sz="1800" dirty="0"/>
          </a:p>
          <a:p>
            <a:r>
              <a:rPr lang="en-US" sz="1800" dirty="0"/>
              <a:t>• Personalized Nutrition: Suggests simple and realistic Indian and international meal options according to user needs and fitness goals.</a:t>
            </a:r>
          </a:p>
          <a:p>
            <a:endParaRPr lang="en-US" sz="1800" dirty="0"/>
          </a:p>
          <a:p>
            <a:r>
              <a:rPr lang="en-US" sz="1800" dirty="0"/>
              <a:t>• Behavior-Driven Motivation: Uses daily encouragement, habit challenges, and streak tracking to help users build consistent routines.</a:t>
            </a:r>
          </a:p>
          <a:p>
            <a:endParaRPr lang="en-US" sz="1800" dirty="0"/>
          </a:p>
          <a:p>
            <a:r>
              <a:rPr lang="en-US" sz="1800" dirty="0"/>
              <a:t>• Conversational Personalization: Understands user requests and routes them to the appropriate AI agent for relevant responses.</a:t>
            </a:r>
          </a:p>
          <a:p>
            <a:endParaRPr lang="en-US" sz="1800" dirty="0"/>
          </a:p>
          <a:p>
            <a:r>
              <a:rPr lang="en-US" sz="1800" dirty="0"/>
              <a:t>• IBM Enterprise AI Foundation: Built using IBM Granite, IBM watsonx.ai, IBM Bob, and IBM Cloud for an AI-powered and scalable solution.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Git Hub Link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7AB91-B5B1-0504-5DF1-CF82425F106D}"/>
              </a:ext>
            </a:extLst>
          </p:cNvPr>
          <p:cNvSpPr txBox="1"/>
          <p:nvPr/>
        </p:nvSpPr>
        <p:spPr>
          <a:xfrm>
            <a:off x="1106905" y="1549666"/>
            <a:ext cx="786384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sz="2000" b="1" dirty="0"/>
              <a:t>Working Repository URL:</a:t>
            </a:r>
          </a:p>
          <a:p>
            <a:r>
              <a:rPr lang="en-IN" sz="2000" dirty="0"/>
              <a:t>https://github.com/Ronak-webdev/Fitness-Buddy.git</a:t>
            </a:r>
          </a:p>
          <a:p>
            <a:endParaRPr lang="en-IN" dirty="0"/>
          </a:p>
          <a:p>
            <a:r>
              <a:rPr lang="en-IN" sz="2000" b="1" dirty="0"/>
              <a:t>Repository Contents: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IBM Bob relevant files and project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AICTE Problem Statement PDF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Project Presentation PPTX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Complete </a:t>
            </a:r>
            <a:r>
              <a:rPr lang="en-IN" sz="2000" dirty="0" err="1"/>
              <a:t>FastAPI</a:t>
            </a:r>
            <a:r>
              <a:rPr lang="en-IN" sz="2000" dirty="0"/>
              <a:t> Backend &amp; React Frontend Source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Test Suite and Project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843338" y="506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843338" y="889246"/>
            <a:ext cx="10675351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1. Wearable &amp; Smart Device Integration: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Syncing with smartwatches (Apple Watch,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WearOS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, Fitbit) to ingest real-time biometric metrics (steps, heart rate, active calories, sleep) for dynamic plan adjustments.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2000" b="0" i="0" u="none" strike="noStrike" cap="none" dirty="0">
              <a:solidFill>
                <a:srgbClr val="000000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2. Computer Vision Form Analysis: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Using camera feeds to provide real-time pose estimation and posture correction during home exercises (squats, pushups, planks).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2000" b="0" i="0" u="none" strike="noStrike" cap="none" dirty="0">
              <a:solidFill>
                <a:srgbClr val="000000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3. Voice Assistant &amp; Multilingual Support: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Enabling hands-free voice coaching in English, Hindi, Gujarati, and other regional languages during workouts.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0" i="0" u="none" strike="noStrike" cap="none" dirty="0">
              <a:solidFill>
                <a:srgbClr val="000000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Certificates Earned:</a:t>
            </a:r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1DC75-9677-2534-42C6-0CCDB06800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32147" y="1423459"/>
            <a:ext cx="6139915" cy="474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9C3698-991D-7A38-C456-893C84C23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6" r="2436"/>
          <a:stretch/>
        </p:blipFill>
        <p:spPr>
          <a:xfrm>
            <a:off x="2507223" y="1289126"/>
            <a:ext cx="7177553" cy="46585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1238</Words>
  <Application>Microsoft Office PowerPoint</Application>
  <PresentationFormat>Widescreen</PresentationFormat>
  <Paragraphs>128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Ronak Prajapati</cp:lastModifiedBy>
  <cp:revision>4</cp:revision>
  <dcterms:created xsi:type="dcterms:W3CDTF">2025-07-08T05:06:56Z</dcterms:created>
  <dcterms:modified xsi:type="dcterms:W3CDTF">2026-09-11T13:23:02Z</dcterms:modified>
</cp:coreProperties>
</file>